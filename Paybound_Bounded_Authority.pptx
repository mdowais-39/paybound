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ABE7A-4D25-49CF-8427-BFF7BCF05D2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5766D-EAA3-40C9-914D-C59FA9608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0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5766D-EAA3-40C9-914D-C59FA9608A2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84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24E432-E398-1F6F-1EF6-3AFD5D74B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14"/>
            <a:ext cx="16263800" cy="90405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07EFF-61E8-785D-9E72-529826245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9AA23-F7F4-D153-D87B-D085EB9B0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6200"/>
            <a:ext cx="16256000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7D5E92-2B62-EF7E-A1CB-11B5671F6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96F2C6-F4BE-4CFB-14C7-E63DB4179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667000"/>
            <a:ext cx="15011400" cy="6039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B8820E-B291-651D-034E-163674D9E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16256000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528094-97CB-61CA-F4D7-6B63DEE0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5999" cy="8991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4B4533-8B05-D6BD-E123-D41BFC176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5999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73059E-2963-43BC-952D-2D8A38B1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5999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442754-8C4E-FD5B-DAB4-8F779E40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899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</Words>
  <Application>Microsoft Office PowerPoint</Application>
  <PresentationFormat>Custom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Kaif</cp:lastModifiedBy>
  <cp:revision>3</cp:revision>
  <dcterms:created xsi:type="dcterms:W3CDTF">2006-08-16T00:00:00Z</dcterms:created>
  <dcterms:modified xsi:type="dcterms:W3CDTF">2026-09-02T11:08:00Z</dcterms:modified>
</cp:coreProperties>
</file>